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9" r:id="rId18"/>
    <p:sldId id="261" r:id="rId6"/>
    <p:sldId id="270" r:id="rId19"/>
    <p:sldId id="262" r:id="rId7"/>
    <p:sldId id="263" r:id="rId8"/>
    <p:sldId id="268" r:id="rId9"/>
    <p:sldId id="267" r:id="rId10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1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of 2 (Mandeep Singh Rawat, Vinay Pandey).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4910328"/>
            <a:ext cx="10649102" cy="673914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Maverick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Mandeep Singh Rawat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Graduated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Vinay Pandey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Graduated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Netaji Subhas University of Technology (NSUT), New Delhi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+91-9672663221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268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singhrawat523@</a:t>
            </a:r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Drift-Sense: Navigation-Error Recovery for Wafer Inspection Tools — Applied Materials, Track 2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87055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Inspection tools revisit the same die site thousands of times a day at nanometre accuracy.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Stage drift — thermal, vibration, mechanical slack — makes each revisit land several pixels off.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die repeats the same layout, so the wrong site looks almost identical to the right one.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matching fails exactly where needed: DRAM arrays and FinFET fin grids.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Cost: corrupted process-control data, wasted tool time, scrapped wafers.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20000"/>
            <a:ext cx="10267798" cy="104000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150000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400000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DRAM-style and FinFET-style dies, solved by one pipeline.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Classical, CPU-only, training-free: coarse-to-fine NCC over scale and rotation.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insight: the lattice says WHAT the pattern is; across-die process variation and micron-scale landmarks say WHERE.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pipeline also runs on 3-channel optical microscope captures, unmodified.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61949" y="5160000"/>
            <a:ext cx="10267798" cy="100000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250000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60000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Physics-grounded SEM and optical dataset generators with independent noise per capture.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 takes two image paths, prints one sub-pixel (x, y).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93.75 % within 5 px (75/80 pairs, four seeds); median error 0.10 px; ~2.3 s/pair on CPU.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dataset generator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7"/>
            <a:ext cx="11048695" cy="469346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033576" y="3800404"/>
            <a:ext cx="10029444" cy="282988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5000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GENERATOR — one 8000×8000 procedural layout per pair, so both captures share real structure.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DRAM: word/bit-lines + contact vias.  FinFET: dense fins + periodic gate rows.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Realism: per-feature CD and overlay jitter; via open/short and fin-break defects.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Across-die CD non-uniformity field, amplitude randomized per pair (domain randomization).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composition: sub-array mats, independent preset and phase each, separated by periphery strips.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Micron-scale landmarks (0.9–2.6 µm): overlay marks, landing pads, CMP dummy-fill, coarse logic.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independent SEM captures: edge brightening → probe blur → Poisson shot noise → read noise.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image at lower dose (noisier, softer); ±1.5° rotation, ±3 % scale jitter.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(bonus) — thin-film interference colour, per-channel diffraction-limited PSF → 3-channel RGB.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53654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Periodicity-suppressed verification: lattice is high-frequency, across-die variation is low-frequency — low-pass filtering separates them and breaks ties pure NCC cannot.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randomization: a fixed strong variation field inflated our accuracy to 100 %, so we randomized it and report the honest number.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43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0"/>
            <a:ext cx="4239158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matching assumes one global maximum, so it fails on periodic arrays.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Training-free, CPU-only, deterministic — no GPU, no weights, no retraining.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Sub-pixel accuracy (0.10 px median) at ~2.3 s per pair.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226588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navigation on the periodic layouts where classical matching fails.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Fewer failed revisits, rescans and manual re-registrations on costly tools.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GPU and no training — deployable in existing tool software, no hardware change.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226588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5010000"/>
            <a:ext cx="4200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Threshold-wise (75/80 pairs, four seeds): ≤5px 93.75% — ≤4px 93.75% — ≤2px 91.25% — ≤1px (sub-pixel) 90.0%.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localization error 0.10 px — sub-pixel.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stats: mean 21.4 px, worst-case 721 px — rare full lattice jumps, not near-misses.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100 % (20/20) at both 2× and 3× dose reduction — noise is not the limiting factor.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~2.3 s per 1000×1000 pair, one CPU core.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microscope bonus: 8/8 within 5 px, median 0.55 px.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limits: failures concentrate on near-uniform FinFET dies; boundary-straddling crops drop to 85 %; the clean-image build to 71.2 %.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80228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Stack: Python 3.13 + NumPy + OpenCV + Gradio. No DL framework, no weights, no training step.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Hardware: a standard laptop CPU. No GPU, no cloud platform.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 ~2 s/pair; inference ~2.3 s per 1000×1000 pair, single-threaded, deterministic.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Reproducible: seeded RNG, pinned requirements.txt, 26-test pytest suite, README runs clone → generate → localize → evaluate.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Classical signal processing throughout — auditable and portable to a tool controller.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3"/>
            <a:ext cx="3295498" cy="122438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generate_dataset.py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localize.py — (x, y) 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evaluate.py —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app.py — browser demo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tests/ — 26 tests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1224380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Commodity x86-64 CPU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GPU required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GB RAM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61279"/>
            <a:ext cx="3295498" cy="1224380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NumPy, OpenCV, Gradio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/ GitHub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+ Linux tested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30703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>
                <a:solidFill>
                  <a:schemeClr val="bg1"/>
                </a:solidFill>
              </a:rPr>
              <a:t>https://github.com/Mandy434/drift-sense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included — optional per problem statement; core deliverables (code, results, PPT) stand on their own.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3400000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00000"/>
            <a:ext cx="92000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noise model and augmentation follows published SEM physics and process-variation literature.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chain: secondary-electron edge contrast, Gaussian probe PSF, dose-dependent Poisson statistics.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Structure: DRAM word-line/bit-line/via organisation; FinFET fin-plus-gate cell geometry.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variation: systematic across-die CD non-uniformity — the physical reason a site is findable at all.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modality: thin-film interference reflectance, diffraction-limited imaging, chromatic aberration, Bayer demosaic correlation.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Airy disc approximated as a Gaussian, σ ≈ 0.21 λ/NA — the Rayleigh radius as sigma over-blurs by ~1.5×.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Solvability: a margin bug let ~1 pair in 30 be unsolvable by construction; found, fixed, and now a regression test.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Multi-seed reporting: at n=20 the standard error is ~5 pp, so one run cannot separate two variants.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choice-by-choice citation map is in references.md in the repository.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localisation pipeline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7"/>
            <a:ext cx="11048695" cy="469346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033576" y="3800404"/>
            <a:ext cx="10029444" cy="282988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5000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— denoise, then coarse-to-fine NCC over scale (±8 %) and rotation (±2°).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Denoise first: mild Gaussian blur kills independent sensor noise, keeps layout structure.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ratio 10× for a 1-channel SEM pair, 3× for 3-channel optical — read from channel count.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 ALL near-equal peaks: in a periodic array, multi-peak ambiguity is the normal case.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Low-pass below array pitch to isolate the process-variation fingerprint; re-score candidates.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Colour pairs correlate all three channels jointly — in optical the fingerprint lives in hue.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Fingerprint overrides the lattice winner only on strong evidence — a confident lattice win is never demoted.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Nearest-to-centre rule for true ties, then parabolic sub-pixel fit → (x, y).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Measurement and Validation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know the numbers hold: per-layer ablations, a shipped honesty flag, and a contract test suite.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53654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30000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PER-LAYER ABLATIONS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die realism, each layer measured: one uniform array 40 % under fingerprint ablation; mats + strips 90 %; micron landmarks 95 %.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ablation shipped: the --visual-clarity flag makes cleaner images by disabling both cues — it costs 24 points (71.2 %), off by default.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Fingerprint fully disabled (--pv-amplitude 0.0, seed 404): still 19/20, median 0.10 px — the non-periodic micron landmarks carry it alone.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and rotation edges also hold: 9:1 and 11:1 magnification ratio both 100% (20/20); 2° rotation edge 100% (20/20) — no measurable cost outside the nominal 10:1 / 1.5° defaults.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43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 AND GUARDRAILS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0"/>
            <a:ext cx="4239158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pipeline covers DRAM and FinFET with no per-architecture retuning.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Also covers SEM and 3-channel optical capture: the localiser reads the channel count and adapts.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contract tests, including one that fails loudly if the optical path degenerates into applyColorMap.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61949" y="2540518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2664876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2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b="1" dirty="0">
              <a:solidFill>
                <a:srgbClr val="88E55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2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2893476"/>
            <a:ext cx="9601200" cy="3350000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3000000"/>
            <a:ext cx="9200000" cy="3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IMAGING MODEL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Goldstein, J. et al., Scanning Electron Microscopy and X-Ray Microanalysis, 4th ed., Springer, 2018 — SE yield vs. surface tilt / edge effect.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Reimer, L., Scanning Electron Microscopy: Physics of Image Formation and Microanalysis, 2nd ed., Springer, 1998 — SE escape depth, probe PSF.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Timischl, F., Date, M., Nemoto, S., “A statistical model of signal-noise in scanning electron microscopy,” Scanning 34(3), 2012, 137–144.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DEVICE GEOMETRY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Jacob, B., Ng, S., Wang, D., Memory Systems: Cache, DRAM, Disk, Morgan Kaufmann, 2007, Ch. 4 — DRAM word-line / bit-line / cell layout.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Colinge, J.-P. (ed.), FinFETs and Other Multi-Gate Transistors, Springer, 2008 — fin / gate array geometry and multi-fin cell conventions.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VARIATION AND CD METROLOGY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Cain, J.P., Spanos, C.J., “Electrical linewidth metrology for systematic CD variation characterization and causal analysis,” Proc. SPIE, 2003.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Preil, M.E. et al., “Improving critical dimension uniformity for advanced lithography,” Proc. SPIE, 2001 — CD-uniformity maps, correlation length.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Villarrubia, J.S. et al., “Linewidth measurement and standards for semiconductor process qualification,” NIST Special Publication.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Brunelli, R., Template Matching Techniques in Computer Vision: Theory and Practice, Wiley, 2009 — NCC, multi-scale / rotation search.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Lewis, J.P., “Fast normalized cross-correlation,” Vision Interface, 1995 — NCC computation and sub-pixel peak interpolation.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IMAGING (BONUS MODALITY)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Born, M., Wolf, E., Principles of Optics, 7th (expanded) ed., Cambridge Univ. Press, 1999 — Airy pattern, Rayleigh limit, λ/(2 NA).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Goodman, J.W., Introduction to Fourier Optics, 3rd ed., McGraw-Hill, 2005 — incoherent imaging as convolution with an intensity PSF.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Macleod, H.A., Thin-Film Optical Filters, 4th ed., CRC Press, 2010 — multi-layer reflectance, thickness-dependent reflected colour.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Hecht, E., Optics, 5th ed., Pearson, 2017 — thin-film interference (Ch. 9) and lateral chromatic aberration (Ch. 6).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Bayer, B.E., “Color imaging array,” US Patent 3,971,065, 1976 — colour-filter mosaic behind our demosaic noise correlation.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1145</Words>
  <Application>Microsoft Office PowerPoint</Application>
  <PresentationFormat>Widescreen</PresentationFormat>
  <Paragraphs>172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Mandeep Singh Rawat</cp:lastModifiedBy>
  <cp:revision>3</cp:revision>
  <dcterms:created xsi:type="dcterms:W3CDTF">2026-01-15T05:38:47Z</dcterms:created>
  <dcterms:modified xsi:type="dcterms:W3CDTF">2026-08-04T03:46:30Z</dcterms:modified>
</cp:coreProperties>
</file>