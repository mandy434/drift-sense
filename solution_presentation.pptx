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9" r:id="rId18"/>
    <p:sldId id="261" r:id="rId6"/>
    <p:sldId id="270" r:id="rId19"/>
    <p:sldId id="262" r:id="rId7"/>
    <p:sldId id="263" r:id="rId8"/>
    <p:sldId id="268" r:id="rId9"/>
    <p:sldId id="267" r:id="rId10"/>
    <p:sldId id="271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5039A6-F36D-40EC-9C40-978F7891C0D3}" v="2" dt="2026-07-23T09:22:50.497"/>
    <p1510:client id="{99BAD0F8-86B1-4B0E-B507-B635FB6532E1}" v="1" dt="2026-07-24T04:49:31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96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82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5.xml"/><Relationship Id="rId19" Type="http://schemas.openxmlformats.org/officeDocument/2006/relationships/slide" Target="slides/slide7.xml"/><Relationship Id="rId20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ter Institutional Inclusive  Innovations Center" userId="8f0f2a58-4f3c-47a5-9304-113b24e1e584" providerId="ADAL" clId="{7C429524-839A-4DDC-9EAA-B9B6CA7C8F65}"/>
    <pc:docChg chg="undo custSel modSld addMainMaster delMainMaster modMainMaster">
      <pc:chgData name="Inter Institutional Inclusive  Innovations Center" userId="8f0f2a58-4f3c-47a5-9304-113b24e1e584" providerId="ADAL" clId="{7C429524-839A-4DDC-9EAA-B9B6CA7C8F65}" dt="2026-07-24T04:52:03.139" v="215" actId="20577"/>
      <pc:docMkLst>
        <pc:docMk/>
      </pc:docMkLst>
      <pc:sldChg chg="addSp delSp modSp mod">
        <pc:chgData name="Inter Institutional Inclusive  Innovations Center" userId="8f0f2a58-4f3c-47a5-9304-113b24e1e584" providerId="ADAL" clId="{7C429524-839A-4DDC-9EAA-B9B6CA7C8F65}" dt="2026-07-24T04:52:03.139" v="215" actId="20577"/>
        <pc:sldMkLst>
          <pc:docMk/>
          <pc:sldMk cId="0" sldId="256"/>
        </pc:sldMkLst>
        <pc:spChg chg="mod">
          <ac:chgData name="Inter Institutional Inclusive  Innovations Center" userId="8f0f2a58-4f3c-47a5-9304-113b24e1e584" providerId="ADAL" clId="{7C429524-839A-4DDC-9EAA-B9B6CA7C8F65}" dt="2026-07-24T04:52:03.139" v="215" actId="20577"/>
          <ac:spMkLst>
            <pc:docMk/>
            <pc:sldMk cId="0" sldId="256"/>
            <ac:spMk id="12" creationId="{00000000-0000-0000-0000-000000000000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1:19.958" v="117" actId="478"/>
          <ac:picMkLst>
            <pc:docMk/>
            <pc:sldMk cId="0" sldId="256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49:50.859" v="169" actId="1076"/>
          <ac:picMkLst>
            <pc:docMk/>
            <pc:sldMk cId="0" sldId="256"/>
            <ac:picMk id="5" creationId="{8BB4234F-3583-BFF9-C279-17614D0CF451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4T04:49:34.965" v="164" actId="478"/>
          <ac:picMkLst>
            <pc:docMk/>
            <pc:sldMk cId="0" sldId="256"/>
            <ac:picMk id="6" creationId="{00000000-0000-0000-0000-00000000000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8:56.841" v="162" actId="478"/>
          <ac:picMkLst>
            <pc:docMk/>
            <pc:sldMk cId="0" sldId="256"/>
            <ac:picMk id="21" creationId="{39800F03-85D7-C539-AC1F-E617F255427D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1:18.033" v="116" actId="478"/>
          <ac:picMkLst>
            <pc:docMk/>
            <pc:sldMk cId="0" sldId="256"/>
            <ac:picMk id="24" creationId="{49E19F6C-7A17-044F-4D35-5AE5900A884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03.416" v="173" actId="1076"/>
        <pc:sldMkLst>
          <pc:docMk/>
          <pc:sldMk cId="0" sldId="257"/>
        </pc:sldMkLst>
        <pc:spChg chg="del">
          <ac:chgData name="Inter Institutional Inclusive  Innovations Center" userId="8f0f2a58-4f3c-47a5-9304-113b24e1e584" providerId="ADAL" clId="{7C429524-839A-4DDC-9EAA-B9B6CA7C8F65}" dt="2026-07-23T09:23:50.752" v="142" actId="478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Inter Institutional Inclusive  Innovations Center" userId="8f0f2a58-4f3c-47a5-9304-113b24e1e584" providerId="ADAL" clId="{7C429524-839A-4DDC-9EAA-B9B6CA7C8F65}" dt="2026-07-23T09:23:55" v="144" actId="1076"/>
          <ac:spMkLst>
            <pc:docMk/>
            <pc:sldMk cId="0" sldId="257"/>
            <ac:spMk id="70" creationId="{780937B3-EB04-4CBA-C636-AF115BC1E358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1:34.301" v="122" actId="478"/>
          <ac:picMkLst>
            <pc:docMk/>
            <pc:sldMk cId="0" sldId="257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50:03.416" v="173" actId="1076"/>
          <ac:picMkLst>
            <pc:docMk/>
            <pc:sldMk cId="0" sldId="257"/>
            <ac:picMk id="5" creationId="{5F67FE6B-8CE4-2744-DE3C-E456350E62E4}"/>
          </ac:picMkLst>
        </pc:picChg>
        <pc:picChg chg="add del">
          <ac:chgData name="Inter Institutional Inclusive  Innovations Center" userId="8f0f2a58-4f3c-47a5-9304-113b24e1e584" providerId="ADAL" clId="{7C429524-839A-4DDC-9EAA-B9B6CA7C8F65}" dt="2026-07-23T09:23:50.752" v="142" actId="478"/>
          <ac:picMkLst>
            <pc:docMk/>
            <pc:sldMk cId="0" sldId="257"/>
            <ac:picMk id="6" creationId="{00000000-0000-0000-0000-000000000000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1:36.011" v="123" actId="478"/>
          <ac:picMkLst>
            <pc:docMk/>
            <pc:sldMk cId="0" sldId="257"/>
            <ac:picMk id="67" creationId="{C1D8EFAA-60C4-F885-3CF5-29E5275B8458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3T09:23:50.752" v="142" actId="478"/>
          <ac:picMkLst>
            <pc:docMk/>
            <pc:sldMk cId="0" sldId="257"/>
            <ac:picMk id="68" creationId="{923CF78D-2057-EB74-919F-879D8B37DC53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9:59.267" v="171" actId="478"/>
          <ac:picMkLst>
            <pc:docMk/>
            <pc:sldMk cId="0" sldId="257"/>
            <ac:picMk id="72" creationId="{E669829C-7B29-A7D1-ED99-C5F19C5072C6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9:57.485" v="170" actId="478"/>
          <ac:picMkLst>
            <pc:docMk/>
            <pc:sldMk cId="0" sldId="257"/>
            <ac:picMk id="74" creationId="{BEAA2AA5-66C7-EAD6-3C1C-DA0576C000F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10.912" v="177" actId="1076"/>
        <pc:sldMkLst>
          <pc:docMk/>
          <pc:sldMk cId="0" sldId="258"/>
        </pc:sldMkLst>
        <pc:spChg chg="del">
          <ac:chgData name="Inter Institutional Inclusive  Innovations Center" userId="8f0f2a58-4f3c-47a5-9304-113b24e1e584" providerId="ADAL" clId="{7C429524-839A-4DDC-9EAA-B9B6CA7C8F65}" dt="2026-07-23T09:24:02.229" v="145" actId="478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Inter Institutional Inclusive  Innovations Center" userId="8f0f2a58-4f3c-47a5-9304-113b24e1e584" providerId="ADAL" clId="{7C429524-839A-4DDC-9EAA-B9B6CA7C8F65}" dt="2026-07-23T09:24:05.052" v="147" actId="1076"/>
          <ac:spMkLst>
            <pc:docMk/>
            <pc:sldMk cId="0" sldId="258"/>
            <ac:spMk id="22" creationId="{8B3789FB-4EC6-29BB-8AB4-B514BCE88A9C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4:02.229" v="145" actId="478"/>
          <ac:picMkLst>
            <pc:docMk/>
            <pc:sldMk cId="0" sldId="258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50:10.912" v="177" actId="1076"/>
          <ac:picMkLst>
            <pc:docMk/>
            <pc:sldMk cId="0" sldId="258"/>
            <ac:picMk id="5" creationId="{AFA5626A-1768-0BB6-2B3B-C29607998D96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4:02.229" v="145" actId="478"/>
          <ac:picMkLst>
            <pc:docMk/>
            <pc:sldMk cId="0" sldId="258"/>
            <ac:picMk id="6" creationId="{00000000-0000-0000-0000-00000000000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08.485" v="175" actId="478"/>
          <ac:picMkLst>
            <pc:docMk/>
            <pc:sldMk cId="0" sldId="258"/>
            <ac:picMk id="24" creationId="{AE24B99B-8E01-F8B4-8ED1-D996CB7F0C99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06.767" v="174" actId="478"/>
          <ac:picMkLst>
            <pc:docMk/>
            <pc:sldMk cId="0" sldId="258"/>
            <ac:picMk id="26" creationId="{D2A8A9BE-1E15-DD99-FB54-E04C51A447DD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18.005" v="181" actId="1076"/>
        <pc:sldMkLst>
          <pc:docMk/>
          <pc:sldMk cId="0" sldId="259"/>
        </pc:sldMkLst>
        <pc:spChg chg="add mod">
          <ac:chgData name="Inter Institutional Inclusive  Innovations Center" userId="8f0f2a58-4f3c-47a5-9304-113b24e1e584" providerId="ADAL" clId="{7C429524-839A-4DDC-9EAA-B9B6CA7C8F65}" dt="2026-07-23T09:24:11.057" v="149" actId="1076"/>
          <ac:spMkLst>
            <pc:docMk/>
            <pc:sldMk cId="0" sldId="259"/>
            <ac:spMk id="25" creationId="{82B7216B-04F1-E2CC-935F-9AA2CE5B9E43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18.005" v="181" actId="1076"/>
          <ac:picMkLst>
            <pc:docMk/>
            <pc:sldMk cId="0" sldId="259"/>
            <ac:picMk id="26" creationId="{7743FE56-9400-E309-F93C-96E3C8B4AF82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15.027" v="179" actId="478"/>
          <ac:picMkLst>
            <pc:docMk/>
            <pc:sldMk cId="0" sldId="259"/>
            <ac:picMk id="27" creationId="{B357A1E6-99F0-E990-223D-B058F179008C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13.204" v="178" actId="478"/>
          <ac:picMkLst>
            <pc:docMk/>
            <pc:sldMk cId="0" sldId="259"/>
            <ac:picMk id="29" creationId="{9072229F-1CE5-750A-DBFD-9C4A88BAFE15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28.242" v="186" actId="1076"/>
        <pc:sldMkLst>
          <pc:docMk/>
          <pc:sldMk cId="0" sldId="260"/>
        </pc:sldMkLst>
        <pc:spChg chg="add mod">
          <ac:chgData name="Inter Institutional Inclusive  Innovations Center" userId="8f0f2a58-4f3c-47a5-9304-113b24e1e584" providerId="ADAL" clId="{7C429524-839A-4DDC-9EAA-B9B6CA7C8F65}" dt="2026-07-23T09:24:18.395" v="151" actId="1076"/>
          <ac:spMkLst>
            <pc:docMk/>
            <pc:sldMk cId="0" sldId="260"/>
            <ac:spMk id="22" creationId="{50164B49-38DE-6195-0A8B-DC6EC6DA2457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28.242" v="186" actId="1076"/>
          <ac:picMkLst>
            <pc:docMk/>
            <pc:sldMk cId="0" sldId="260"/>
            <ac:picMk id="23" creationId="{18A68BD0-3127-AC0B-80B4-CA2643B37A26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23.735" v="183" actId="478"/>
          <ac:picMkLst>
            <pc:docMk/>
            <pc:sldMk cId="0" sldId="260"/>
            <ac:picMk id="24" creationId="{3A18E54B-D9A5-D8F4-1F47-CC79C92D1FCB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21.102" v="182" actId="478"/>
          <ac:picMkLst>
            <pc:docMk/>
            <pc:sldMk cId="0" sldId="260"/>
            <ac:picMk id="26" creationId="{EFBAF213-417A-8EA4-B3CD-8E1992EDDC89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35.583" v="190" actId="1076"/>
        <pc:sldMkLst>
          <pc:docMk/>
          <pc:sldMk cId="0" sldId="261"/>
        </pc:sldMkLst>
        <pc:spChg chg="add mod">
          <ac:chgData name="Inter Institutional Inclusive  Innovations Center" userId="8f0f2a58-4f3c-47a5-9304-113b24e1e584" providerId="ADAL" clId="{7C429524-839A-4DDC-9EAA-B9B6CA7C8F65}" dt="2026-07-23T09:24:23.028" v="153" actId="1076"/>
          <ac:spMkLst>
            <pc:docMk/>
            <pc:sldMk cId="0" sldId="261"/>
            <ac:spMk id="25" creationId="{BB3A3471-21A6-8A80-8399-32E98C63F186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35.583" v="190" actId="1076"/>
          <ac:picMkLst>
            <pc:docMk/>
            <pc:sldMk cId="0" sldId="261"/>
            <ac:picMk id="26" creationId="{1ADA517E-8996-A444-E540-A2F9B8F98D2B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2.232" v="188" actId="478"/>
          <ac:picMkLst>
            <pc:docMk/>
            <pc:sldMk cId="0" sldId="261"/>
            <ac:picMk id="27" creationId="{D9C2C2E0-4D39-89DE-E3C8-3CF1DCD3752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0.421" v="187" actId="478"/>
          <ac:picMkLst>
            <pc:docMk/>
            <pc:sldMk cId="0" sldId="261"/>
            <ac:picMk id="29" creationId="{3BBCC248-868C-340C-0FAD-CA376B1FC8FE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42.239" v="194" actId="1076"/>
        <pc:sldMkLst>
          <pc:docMk/>
          <pc:sldMk cId="0" sldId="262"/>
        </pc:sldMkLst>
        <pc:spChg chg="add mod">
          <ac:chgData name="Inter Institutional Inclusive  Innovations Center" userId="8f0f2a58-4f3c-47a5-9304-113b24e1e584" providerId="ADAL" clId="{7C429524-839A-4DDC-9EAA-B9B6CA7C8F65}" dt="2026-07-23T09:24:26.189" v="155" actId="1076"/>
          <ac:spMkLst>
            <pc:docMk/>
            <pc:sldMk cId="0" sldId="262"/>
            <ac:spMk id="27" creationId="{850BA2BE-D607-619F-6960-A71277019D3B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42.239" v="194" actId="1076"/>
          <ac:picMkLst>
            <pc:docMk/>
            <pc:sldMk cId="0" sldId="262"/>
            <ac:picMk id="28" creationId="{C5D3E59C-FE74-F0BE-9B10-98C8003398BC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9.769" v="192" actId="478"/>
          <ac:picMkLst>
            <pc:docMk/>
            <pc:sldMk cId="0" sldId="262"/>
            <ac:picMk id="29" creationId="{D1CD71D8-80DC-E089-7F84-F870CA829998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7.857" v="191" actId="478"/>
          <ac:picMkLst>
            <pc:docMk/>
            <pc:sldMk cId="0" sldId="262"/>
            <ac:picMk id="31" creationId="{32772FAA-6737-736E-57F5-863D0C30C83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13.043" v="199" actId="1076"/>
        <pc:sldMkLst>
          <pc:docMk/>
          <pc:sldMk cId="0" sldId="263"/>
        </pc:sldMkLst>
        <pc:spChg chg="add mod">
          <ac:chgData name="Inter Institutional Inclusive  Innovations Center" userId="8f0f2a58-4f3c-47a5-9304-113b24e1e584" providerId="ADAL" clId="{7C429524-839A-4DDC-9EAA-B9B6CA7C8F65}" dt="2026-07-23T09:24:31.594" v="157" actId="1076"/>
          <ac:spMkLst>
            <pc:docMk/>
            <pc:sldMk cId="0" sldId="263"/>
            <ac:spMk id="31" creationId="{10B6379C-1BCE-6784-4600-934501FC5F97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13.043" v="199" actId="1076"/>
          <ac:picMkLst>
            <pc:docMk/>
            <pc:sldMk cId="0" sldId="263"/>
            <ac:picMk id="32" creationId="{0D18A824-BCDE-0A33-4245-E3C168F9E6DD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46.281" v="196" actId="478"/>
          <ac:picMkLst>
            <pc:docMk/>
            <pc:sldMk cId="0" sldId="263"/>
            <ac:picMk id="33" creationId="{ADD1E958-165B-D6F5-A64F-04FCD64E2147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44.546" v="195" actId="478"/>
          <ac:picMkLst>
            <pc:docMk/>
            <pc:sldMk cId="0" sldId="263"/>
            <ac:picMk id="35" creationId="{6BADDDF0-0612-EB5D-5A8F-EFB7179CFC49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28.815" v="207" actId="1076"/>
        <pc:sldMkLst>
          <pc:docMk/>
          <pc:sldMk cId="0" sldId="267"/>
        </pc:sldMkLst>
        <pc:spChg chg="add mod">
          <ac:chgData name="Inter Institutional Inclusive  Innovations Center" userId="8f0f2a58-4f3c-47a5-9304-113b24e1e584" providerId="ADAL" clId="{7C429524-839A-4DDC-9EAA-B9B6CA7C8F65}" dt="2026-07-23T09:24:40.860" v="161" actId="1076"/>
          <ac:spMkLst>
            <pc:docMk/>
            <pc:sldMk cId="0" sldId="267"/>
            <ac:spMk id="32" creationId="{3E27E131-AC1D-E75C-0267-02565ACC1BC3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28.815" v="207" actId="1076"/>
          <ac:picMkLst>
            <pc:docMk/>
            <pc:sldMk cId="0" sldId="267"/>
            <ac:picMk id="33" creationId="{1D876DBE-D402-1B41-B952-69F6F5BF98C9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26.339" v="205" actId="478"/>
          <ac:picMkLst>
            <pc:docMk/>
            <pc:sldMk cId="0" sldId="267"/>
            <ac:picMk id="34" creationId="{3207B916-D916-65B2-E15B-7B8E518A4CF1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24.437" v="204" actId="478"/>
          <ac:picMkLst>
            <pc:docMk/>
            <pc:sldMk cId="0" sldId="267"/>
            <ac:picMk id="36" creationId="{73F6D37F-F5F4-6581-D4C3-0D6D2153AEF3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22.013" v="203" actId="1076"/>
        <pc:sldMkLst>
          <pc:docMk/>
          <pc:sldMk cId="0" sldId="268"/>
        </pc:sldMkLst>
        <pc:spChg chg="add mod">
          <ac:chgData name="Inter Institutional Inclusive  Innovations Center" userId="8f0f2a58-4f3c-47a5-9304-113b24e1e584" providerId="ADAL" clId="{7C429524-839A-4DDC-9EAA-B9B6CA7C8F65}" dt="2026-07-23T09:24:36.582" v="159" actId="1076"/>
          <ac:spMkLst>
            <pc:docMk/>
            <pc:sldMk cId="0" sldId="268"/>
            <ac:spMk id="30" creationId="{89A93441-4E5C-0FCA-6BDD-16AB2E1B711C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22.013" v="203" actId="1076"/>
          <ac:picMkLst>
            <pc:docMk/>
            <pc:sldMk cId="0" sldId="268"/>
            <ac:picMk id="31" creationId="{73E0C32B-9271-FA34-86BB-7D95EB5AB342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19.304" v="201" actId="478"/>
          <ac:picMkLst>
            <pc:docMk/>
            <pc:sldMk cId="0" sldId="268"/>
            <ac:picMk id="32" creationId="{10A4E146-7FDB-FFE9-9526-3614562D8544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17.385" v="200" actId="478"/>
          <ac:picMkLst>
            <pc:docMk/>
            <pc:sldMk cId="0" sldId="268"/>
            <ac:picMk id="34" creationId="{616214A5-37D4-FB21-7202-26AFB342A299}"/>
          </ac:picMkLst>
        </pc:picChg>
      </pc:sldChg>
      <pc:sldMasterChg chg="modSldLayout">
        <pc:chgData name="Inter Institutional Inclusive  Innovations Center" userId="8f0f2a58-4f3c-47a5-9304-113b24e1e584" providerId="ADAL" clId="{7C429524-839A-4DDC-9EAA-B9B6CA7C8F65}" dt="2026-07-23T09:22:53.132" v="135" actId="1076"/>
        <pc:sldMasterMkLst>
          <pc:docMk/>
          <pc:sldMasterMk cId="0" sldId="2147483648"/>
        </pc:sldMasterMkLst>
        <pc:sldLayoutChg chg="addSp delSp modSp mod">
          <pc:chgData name="Inter Institutional Inclusive  Innovations Center" userId="8f0f2a58-4f3c-47a5-9304-113b24e1e584" providerId="ADAL" clId="{7C429524-839A-4DDC-9EAA-B9B6CA7C8F65}" dt="2026-07-23T09:22:53.132" v="135" actId="1076"/>
          <pc:sldLayoutMkLst>
            <pc:docMk/>
            <pc:sldMasterMk cId="0" sldId="2147483648"/>
            <pc:sldLayoutMk cId="0" sldId="2147483649"/>
          </pc:sldLayoutMkLst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3" creationId="{670500D5-0C61-D368-3EA8-B0D70E76267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7" creationId="{8554604A-67D5-8651-A136-D9C527FB2A3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9" creationId="{29E90E54-6D65-ECF5-20F4-778E23505930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1" creationId="{070086D7-78C3-0DC3-34DD-D68141DA9548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3" creationId="{A2E77B92-8008-BEFB-D609-FA2E3D4355C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5" creationId="{BDA6C487-A013-0BDD-3256-B049C59B305E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7" creationId="{86CA69B4-C6E5-E2E4-A86B-E8053E9874F3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3" creationId="{4C7FD9C6-DB86-B335-81D3-D5591274E04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5" creationId="{9C2348A3-50E7-9624-EAF4-9ACFD3ABE58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7" creationId="{F81BDED9-60D5-649E-4AB6-5A7B541D9AA0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31" creationId="{2BD26DD0-A441-CDA1-C7C4-500C0B482AE4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47" creationId="{A5833BA1-7E68-EA56-E2F4-8F8311ABF752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49" creationId="{B9BD3167-D5BD-8B40-4555-84C7BD065A5E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57" creationId="{5061D844-37EB-548D-B973-C8018E42C215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65" creationId="{FDE11816-BE8D-2EA8-403C-EDD897CC888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77" creationId="{3779CD17-0018-CC60-6D0F-0933639C8E8F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79" creationId="{C8A72EB2-0C41-D852-59DA-E4EA48C4DC76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83" creationId="{6C9218A1-D90A-BA12-EF63-1B92669F6E38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85" creationId="{449C0B3C-3475-D922-9A12-C029E001B10F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3" creationId="{08A80940-BD2D-E549-ED9D-34BC817068A3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5" creationId="{FECC3D97-6F4A-BC31-16FB-164D35CAFD27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9" creationId="{C6F62233-28CA-F7F7-27B0-76ED806DEE15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13" creationId="{3329D229-D178-066B-8117-18D8EC7F3373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127" creationId="{F0D528F7-9BB6-65AC-0918-282E384814E2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41" creationId="{EB893E23-FB1A-0D77-F65C-392B3A91CBBC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43" creationId="{A26E93F0-C6F6-73C1-E4FF-8B898B8250A6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53" creationId="{07D1DC4B-8695-07D8-8056-6A8BA7F332F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87" creationId="{FCA5CCE8-8E73-82EE-CB6B-ADB25409BFB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91" creationId="{500422FC-A5C6-6331-8965-69B3A3D859E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93" creationId="{85DE142B-F8AA-47A6-E761-6329FF37BFB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03" creationId="{5871EDFA-DBCB-D39E-C0AB-2C0B81A53820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13" creationId="{CBE53BBA-B6A7-D74B-87C7-2C5D8EEAA454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31" creationId="{E6A3F812-3BF4-9336-E57D-860E6A54F38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45" creationId="{68E228AD-385E-7895-2F11-2E8E1A4C209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53" creationId="{B226F5B6-1373-9263-48EC-924CF9FC8688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69" creationId="{8C9230A6-A4D4-2C36-7EB2-ADA9A45F2699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79" creationId="{4F0EF51C-A9EC-FDE9-5978-4FD26B7D03A8}"/>
            </ac:spMkLst>
          </pc:spChg>
          <pc:picChg chg="mod">
            <ac:chgData name="Inter Institutional Inclusive  Innovations Center" userId="8f0f2a58-4f3c-47a5-9304-113b24e1e584" providerId="ADAL" clId="{7C429524-839A-4DDC-9EAA-B9B6CA7C8F65}" dt="2026-07-23T09:22:39.795" v="132" actId="1076"/>
            <ac:picMkLst>
              <pc:docMk/>
              <pc:sldMasterMk cId="0" sldId="2147483648"/>
              <pc:sldLayoutMk cId="0" sldId="2147483649"/>
              <ac:picMk id="33" creationId="{9C02DD19-DD7E-1634-0056-B0B673F6409D}"/>
            </ac:picMkLst>
          </pc:picChg>
          <pc:picChg chg="add mod">
            <ac:chgData name="Inter Institutional Inclusive  Innovations Center" userId="8f0f2a58-4f3c-47a5-9304-113b24e1e584" providerId="ADAL" clId="{7C429524-839A-4DDC-9EAA-B9B6CA7C8F65}" dt="2026-07-23T09:22:53.132" v="135" actId="1076"/>
            <ac:picMkLst>
              <pc:docMk/>
              <pc:sldMasterMk cId="0" sldId="2147483648"/>
              <pc:sldLayoutMk cId="0" sldId="2147483649"/>
              <ac:picMk id="282" creationId="{BD66A30C-A2DE-61B6-8B7B-4CF622680E59}"/>
            </ac:picMkLst>
          </pc:picChg>
        </pc:sldLayoutChg>
      </pc:sldMasterChg>
      <pc:sldMasterChg chg="new del mod addSldLayout delSldLayout">
        <pc:chgData name="Inter Institutional Inclusive  Innovations Center" userId="8f0f2a58-4f3c-47a5-9304-113b24e1e584" providerId="ADAL" clId="{7C429524-839A-4DDC-9EAA-B9B6CA7C8F65}" dt="2026-07-23T09:23:04.733" v="137" actId="6938"/>
        <pc:sldMasterMkLst>
          <pc:docMk/>
          <pc:sldMasterMk cId="1023542986" sldId="2147483650"/>
        </pc:sldMasterMkLst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72539884" sldId="2147483651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481455685" sldId="2147483652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921258258" sldId="2147483653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884839122" sldId="2147483654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399709954" sldId="2147483655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808508738" sldId="2147483656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108363411" sldId="2147483657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535369900" sldId="2147483658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624862031" sldId="2147483659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822323631" sldId="2147483660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931480772" sldId="2147483661"/>
          </pc:sldLayoutMkLst>
        </pc:sldLayoutChg>
      </pc:sldMasterChg>
      <pc:sldMasterChg chg="new del mod addSldLayout delSldLayout">
        <pc:chgData name="Inter Institutional Inclusive  Innovations Center" userId="8f0f2a58-4f3c-47a5-9304-113b24e1e584" providerId="ADAL" clId="{7C429524-839A-4DDC-9EAA-B9B6CA7C8F65}" dt="2026-07-23T09:23:08.103" v="139" actId="6938"/>
        <pc:sldMasterMkLst>
          <pc:docMk/>
          <pc:sldMasterMk cId="1372952111" sldId="2147483650"/>
        </pc:sldMasterMkLst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105982335" sldId="2147483651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800850885" sldId="2147483652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877606852" sldId="2147483653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208342861" sldId="2147483654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396227509" sldId="2147483655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380754746" sldId="2147483656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973874357" sldId="2147483657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685638390" sldId="2147483658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165239747" sldId="2147483659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582729751" sldId="2147483660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622961263" sldId="2147483661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29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2BD26DD0-A441-CDA1-C7C4-500C0B482AE4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9C02DD19-DD7E-1634-0056-B0B673F640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5" name="Shape 1">
            <a:extLst>
              <a:ext uri="{FF2B5EF4-FFF2-40B4-BE49-F238E27FC236}">
                <a16:creationId xmlns:a16="http://schemas.microsoft.com/office/drawing/2014/main" id="{2896CD82-D6A3-3A0B-5BEE-489BF15E90F1}"/>
              </a:ext>
            </a:extLst>
          </p:cNvPr>
          <p:cNvSpPr/>
          <p:nvPr userDrawn="1"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FE4B1F73-561B-DEF0-4566-CD6294947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BD66A30C-A2DE-61B6-8B7B-4CF622680E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8356" y="381305"/>
            <a:ext cx="5745480" cy="4673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Relationship Id="rId4" Type="http://schemas.openxmlformats.org/officeDocument/2006/relationships/image" Target="../media/image11.jpe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Relationship Id="rId4" Type="http://schemas.openxmlformats.org/officeDocument/2006/relationships/image" Target="../media/image11.jpe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Relationship Id="rId4" Type="http://schemas.openxmlformats.org/officeDocument/2006/relationships/image" Target="../media/image11.jpe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Relationship Id="rId4" Type="http://schemas.openxmlformats.org/officeDocument/2006/relationships/image" Target="../media/image11.jpe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Relationship Id="rId4" Type="http://schemas.openxmlformats.org/officeDocument/2006/relationships/image" Target="../media/image11.jpe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Relationship Id="rId4" Type="http://schemas.openxmlformats.org/officeDocument/2006/relationships/image" Target="../media/image11.jpe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0.png"/><Relationship Id="rId10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Relationship Id="rId4" Type="http://schemas.openxmlformats.org/officeDocument/2006/relationships/image" Target="../media/image11.jpeg"/><Relationship Id="rId5" Type="http://schemas.openxmlformats.org/officeDocument/2006/relationships/image" Target="../media/image2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10.png"/><Relationship Id="rId11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eg"/><Relationship Id="rId4" Type="http://schemas.openxmlformats.org/officeDocument/2006/relationships/image" Target="../media/image11.jpeg"/><Relationship Id="rId5" Type="http://schemas.openxmlformats.org/officeDocument/2006/relationships/image" Target="../media/image2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10.png"/><Relationship Id="rId11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eg"/><Relationship Id="rId4" Type="http://schemas.openxmlformats.org/officeDocument/2006/relationships/image" Target="../media/image11.jpeg"/><Relationship Id="rId5" Type="http://schemas.openxmlformats.org/officeDocument/2006/relationships/image" Target="../media/image2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10.png"/><Relationship Id="rId9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Relationship Id="rId4" Type="http://schemas.openxmlformats.org/officeDocument/2006/relationships/image" Target="../media/image11.jpeg"/><Relationship Id="rId5" Type="http://schemas.openxmlformats.org/officeDocument/2006/relationships/image" Target="../media/image2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10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43000"/>
            <a:ext cx="47549" cy="276149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3"/>
          <p:cNvSpPr/>
          <p:nvPr/>
        </p:nvSpPr>
        <p:spPr>
          <a:xfrm>
            <a:off x="9182405" y="1170432"/>
            <a:ext cx="2438705" cy="362102"/>
          </a:xfrm>
          <a:prstGeom prst="roundRect">
            <a:avLst>
              <a:gd name="adj" fmla="val 265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4"/>
          <p:cNvSpPr/>
          <p:nvPr/>
        </p:nvSpPr>
        <p:spPr>
          <a:xfrm>
            <a:off x="571500" y="1712671"/>
            <a:ext cx="11048695" cy="2171700"/>
          </a:xfrm>
          <a:prstGeom prst="roundRect">
            <a:avLst>
              <a:gd name="adj" fmla="val 2216"/>
            </a:avLst>
          </a:prstGeom>
          <a:solidFill>
            <a:srgbClr val="273383">
              <a:alpha val="3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  <a:effectLst>
            <a:outerShdw blurRad="190500" dist="1016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80644" y="1721815"/>
            <a:ext cx="11045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684325" y="1721815"/>
            <a:ext cx="221010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3889858" y="1721815"/>
            <a:ext cx="44192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8301838" y="1721815"/>
            <a:ext cx="3314700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580644" y="2604211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684325" y="2604211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889858" y="2604211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8301838" y="2604211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580644" y="2606954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80644" y="3055010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684325" y="3055010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3889858" y="3055010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8301838" y="3055010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580644" y="3510382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1684325" y="3510382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3889858" y="3510382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8301838" y="3510382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580644" y="3517697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4151376"/>
            <a:ext cx="133502" cy="1335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80898" y="4120286"/>
            <a:ext cx="5574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of 2 (Mandeep Singh Rawat, Vinay Pandey).</a:t>
            </a:r>
            <a:endParaRPr lang="en-US" sz="1000" b="1" dirty="0"/>
          </a:p>
        </p:txBody>
      </p:sp>
      <p:sp>
        <p:nvSpPr>
          <p:cNvPr id="30" name="Shape 24"/>
          <p:cNvSpPr/>
          <p:nvPr/>
        </p:nvSpPr>
        <p:spPr>
          <a:xfrm>
            <a:off x="571500" y="4543654"/>
            <a:ext cx="11048695" cy="2029054"/>
          </a:xfrm>
          <a:prstGeom prst="roundRect">
            <a:avLst>
              <a:gd name="adj" fmla="val 253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771754" y="4910328"/>
            <a:ext cx="10649102" cy="673914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771754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6191402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 txBox="1"/>
          <p:nvPr/>
        </p:nvSpPr>
        <p:spPr>
          <a:xfrm>
            <a:off x="761695" y="1086307"/>
            <a:ext cx="20537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Details</a:t>
            </a:r>
            <a:endParaRPr lang="en-US" sz="2100" dirty="0"/>
          </a:p>
        </p:txBody>
      </p:sp>
      <p:sp>
        <p:nvSpPr>
          <p:cNvPr id="35" name="Text 29"/>
          <p:cNvSpPr txBox="1"/>
          <p:nvPr/>
        </p:nvSpPr>
        <p:spPr>
          <a:xfrm>
            <a:off x="8076895" y="1237183"/>
            <a:ext cx="1105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Name: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771754" y="1836115"/>
            <a:ext cx="5989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SR. NO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1874520" y="1836115"/>
            <a:ext cx="465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4080053" y="1836115"/>
            <a:ext cx="5321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8492033" y="1836115"/>
            <a:ext cx="13130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771754" y="2270455"/>
            <a:ext cx="1563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1874520" y="2270455"/>
            <a:ext cx="10707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771754" y="2725826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1874520" y="2725826"/>
            <a:ext cx="8046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Teammate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771754" y="3181198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1874520" y="3181198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2</a:t>
            </a:r>
            <a:endParaRPr lang="en-US" sz="1100" dirty="0"/>
          </a:p>
        </p:txBody>
      </p:sp>
      <p:sp>
        <p:nvSpPr>
          <p:cNvPr id="46" name="Text 40"/>
          <p:cNvSpPr txBox="1"/>
          <p:nvPr/>
        </p:nvSpPr>
        <p:spPr>
          <a:xfrm>
            <a:off x="771754" y="3636569"/>
            <a:ext cx="2039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1"/>
          <p:cNvSpPr txBox="1"/>
          <p:nvPr/>
        </p:nvSpPr>
        <p:spPr>
          <a:xfrm>
            <a:off x="1874520" y="3636569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3</a:t>
            </a:r>
            <a:endParaRPr lang="en-US" sz="110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5"/>
          <a:srcRect l="-2994" r="-2994"/>
          <a:stretch/>
        </p:blipFill>
        <p:spPr>
          <a:xfrm>
            <a:off x="771754" y="4772254"/>
            <a:ext cx="161849" cy="152705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1009498" y="4743907"/>
            <a:ext cx="1343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COLLEGE NAME</a:t>
            </a:r>
            <a:endParaRPr lang="en-US" sz="1200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6"/>
          <a:srcRect l="-2994" r="-2994"/>
          <a:stretch/>
        </p:blipFill>
        <p:spPr>
          <a:xfrm>
            <a:off x="771754" y="5658307"/>
            <a:ext cx="161849" cy="152705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1009498" y="5629046"/>
            <a:ext cx="27724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CONTACT NUMBER</a:t>
            </a:r>
            <a:endParaRPr lang="en-US" sz="1200" dirty="0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7"/>
          <a:srcRect l="-2994" r="-2994"/>
          <a:stretch/>
        </p:blipFill>
        <p:spPr>
          <a:xfrm>
            <a:off x="6191402" y="5658307"/>
            <a:ext cx="161849" cy="152705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6429146" y="562904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EMAIL ADDRESS</a:t>
            </a:r>
            <a:endParaRPr lang="en-US" sz="1200" dirty="0"/>
          </a:p>
        </p:txBody>
      </p:sp>
      <p:sp>
        <p:nvSpPr>
          <p:cNvPr id="54" name="Text 45"/>
          <p:cNvSpPr txBox="1"/>
          <p:nvPr/>
        </p:nvSpPr>
        <p:spPr>
          <a:xfrm>
            <a:off x="9344254" y="1256386"/>
            <a:ext cx="1719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Maverick</a:t>
            </a:r>
            <a:endParaRPr lang="en-US" sz="1000" dirty="0"/>
          </a:p>
        </p:txBody>
      </p:sp>
      <p:sp>
        <p:nvSpPr>
          <p:cNvPr id="55" name="Text 46"/>
          <p:cNvSpPr txBox="1"/>
          <p:nvPr/>
        </p:nvSpPr>
        <p:spPr>
          <a:xfrm>
            <a:off x="4080053" y="2270455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Mandeep Singh Rawat</a:t>
            </a:r>
            <a:endParaRPr lang="en-US" sz="1100" dirty="0"/>
          </a:p>
        </p:txBody>
      </p:sp>
      <p:sp>
        <p:nvSpPr>
          <p:cNvPr id="56" name="Text 47"/>
          <p:cNvSpPr txBox="1"/>
          <p:nvPr/>
        </p:nvSpPr>
        <p:spPr>
          <a:xfrm>
            <a:off x="8492033" y="2270455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Graduated</a:t>
            </a:r>
            <a:endParaRPr lang="en-US" sz="1100" dirty="0"/>
          </a:p>
        </p:txBody>
      </p:sp>
      <p:sp>
        <p:nvSpPr>
          <p:cNvPr id="57" name="Text 48"/>
          <p:cNvSpPr txBox="1"/>
          <p:nvPr/>
        </p:nvSpPr>
        <p:spPr>
          <a:xfrm>
            <a:off x="4080053" y="2725826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Vinay Pandey</a:t>
            </a:r>
            <a:endParaRPr lang="en-US" sz="1100" dirty="0"/>
          </a:p>
        </p:txBody>
      </p:sp>
      <p:sp>
        <p:nvSpPr>
          <p:cNvPr id="58" name="Text 49"/>
          <p:cNvSpPr txBox="1"/>
          <p:nvPr/>
        </p:nvSpPr>
        <p:spPr>
          <a:xfrm>
            <a:off x="8492033" y="2725826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Graduated</a:t>
            </a:r>
            <a:endParaRPr lang="en-US" sz="1100" dirty="0"/>
          </a:p>
        </p:txBody>
      </p:sp>
      <p:sp>
        <p:nvSpPr>
          <p:cNvPr id="59" name="Text 50"/>
          <p:cNvSpPr txBox="1"/>
          <p:nvPr/>
        </p:nvSpPr>
        <p:spPr>
          <a:xfrm>
            <a:off x="4080053" y="3181198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N/A</a:t>
            </a:r>
            <a:endParaRPr lang="en-US" sz="1100" dirty="0"/>
          </a:p>
        </p:txBody>
      </p:sp>
      <p:sp>
        <p:nvSpPr>
          <p:cNvPr id="60" name="Text 51"/>
          <p:cNvSpPr txBox="1"/>
          <p:nvPr/>
        </p:nvSpPr>
        <p:spPr>
          <a:xfrm>
            <a:off x="8492033" y="3181198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1100" dirty="0"/>
          </a:p>
        </p:txBody>
      </p:sp>
      <p:sp>
        <p:nvSpPr>
          <p:cNvPr id="61" name="Text 52"/>
          <p:cNvSpPr txBox="1"/>
          <p:nvPr/>
        </p:nvSpPr>
        <p:spPr>
          <a:xfrm>
            <a:off x="4080053" y="3636569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N/A</a:t>
            </a:r>
            <a:endParaRPr lang="en-US" sz="1100" dirty="0"/>
          </a:p>
        </p:txBody>
      </p:sp>
      <p:sp>
        <p:nvSpPr>
          <p:cNvPr id="62" name="Text 53"/>
          <p:cNvSpPr txBox="1"/>
          <p:nvPr/>
        </p:nvSpPr>
        <p:spPr>
          <a:xfrm>
            <a:off x="8492033" y="3636569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1100" dirty="0"/>
          </a:p>
        </p:txBody>
      </p:sp>
      <p:sp>
        <p:nvSpPr>
          <p:cNvPr id="63" name="Text 54"/>
          <p:cNvSpPr txBox="1"/>
          <p:nvPr/>
        </p:nvSpPr>
        <p:spPr>
          <a:xfrm>
            <a:off x="923544" y="515264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Netaji Subhas University of Technology (NSUT), New Delhi</a:t>
            </a:r>
            <a:endParaRPr lang="en-US" sz="1200" dirty="0"/>
          </a:p>
        </p:txBody>
      </p:sp>
      <p:sp>
        <p:nvSpPr>
          <p:cNvPr id="64" name="Text 55"/>
          <p:cNvSpPr txBox="1"/>
          <p:nvPr/>
        </p:nvSpPr>
        <p:spPr>
          <a:xfrm>
            <a:off x="923544" y="6038698"/>
            <a:ext cx="1534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+91-9672663221</a:t>
            </a:r>
            <a:endParaRPr lang="en-US" sz="1200" dirty="0"/>
          </a:p>
        </p:txBody>
      </p:sp>
      <p:sp>
        <p:nvSpPr>
          <p:cNvPr id="65" name="Text 56"/>
          <p:cNvSpPr txBox="1"/>
          <p:nvPr/>
        </p:nvSpPr>
        <p:spPr>
          <a:xfrm>
            <a:off x="6344107" y="6038698"/>
            <a:ext cx="268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singhrawat523@</a:t>
            </a:r>
            <a:r>
              <a:rPr lang="en-US" sz="120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gmail.com</a:t>
            </a:r>
            <a:endParaRPr lang="en-US" sz="1200" dirty="0"/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780937B3-EB04-4CBA-C636-AF115BC1E358}"/>
              </a:ext>
            </a:extLst>
          </p:cNvPr>
          <p:cNvSpPr/>
          <p:nvPr/>
        </p:nvSpPr>
        <p:spPr>
          <a:xfrm>
            <a:off x="562356" y="13807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7FE6B-8CE4-2744-DE3C-E456350E62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7" y="27370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55476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 Addressed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62773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Drift-Sense: Navigation-Error Recovery for Wafer Inspection Tools — Applied Materials, Track 2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3768242"/>
            <a:ext cx="10267798" cy="1870558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006901"/>
            <a:ext cx="1690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DESCRIPTION / DETAILS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283050"/>
            <a:ext cx="896843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Inspection tools revisit the same die site thousands of times a day at nanometre accuracy.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Stage drift — thermal, vibration, mechanical slack — makes each revisit land several pixels off.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die repeats the same layout, so the wrong site looks almost identical to the right one.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Template matching fails exactly where needed: DRAM arrays and FinFET fin grids.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Cost: corrupted process-control data, wasted tool time, scrapped wafers.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F13985-00B4-3FE2-69FB-BA5F88420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8B3789FB-4EC6-29BB-8AB4-B514BCE88A9C}"/>
              </a:ext>
            </a:extLst>
          </p:cNvPr>
          <p:cNvSpPr/>
          <p:nvPr/>
        </p:nvSpPr>
        <p:spPr>
          <a:xfrm>
            <a:off x="571500" y="26629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5626A-1768-0BB6-2B3B-C29607998D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449" y="416814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4" y="1295705"/>
            <a:ext cx="1068293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 Description - 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Describe your Idea/Solution</a:t>
            </a:r>
            <a:r>
              <a:rPr lang="en-US" sz="2400" b="1" u="sng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Prototype</a:t>
            </a:r>
            <a:endParaRPr lang="en-US" sz="2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62202" y="258318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83941"/>
            <a:ext cx="9813341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EFF82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Provide a brief summary of your idea, including the key concept and approach. Provide a brief overview of your solution and how it addresses the problem statement.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961949" y="4020000"/>
            <a:ext cx="10267798" cy="1040000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162202" y="4150000"/>
            <a:ext cx="1996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CONCEPT &amp; APPROACH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162202" y="4400000"/>
            <a:ext cx="7677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Both DRAM-style and FinFET-style dies, solved by one pipeline.</a:t>
            </a:r>
            <a:endParaRPr lang="en-US" sz="10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Classical, CPU-only, training-free: coarse-to-fine NCC over scale and rotation.</a:t>
            </a:r>
            <a:endParaRPr lang="en-US" sz="10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insight: the lattice says WHAT the pattern is; across-die process variation and micron-scale landmarks say WHERE.</a:t>
            </a:r>
            <a:endParaRPr lang="en-US" sz="10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same pipeline also runs on 3-channel optical microscope captures, unmodified.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961949" y="5160000"/>
            <a:ext cx="10267798" cy="1000000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1162202" y="5250000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OVERVIEW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1162202" y="5560000"/>
            <a:ext cx="8458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Physics-grounded SEM and optical dataset generators with independent noise per capture.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Inference takes two image paths, prints one sub-pixel (x, y).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93.33 % within 5 px (112/120 pairs, four seeds); median error 0.09 px; ~2.3 s/pair on CPU.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033FF08-6369-1C95-EB39-A51D568DF0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82B7216B-04F1-E2CC-935F-9AA2CE5B9E43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743FE56-9400-E309-F93C-96E3C8B4AF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375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1029614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Solution -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The dataset generator</a:t>
            </a:r>
            <a:r>
              <a:rPr lang="en-US" sz="2400" b="1" u="sng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7"/>
            <a:ext cx="11048695" cy="4693463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1104595" y="2583180"/>
            <a:ext cx="2862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10172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Describe your idea in detail. Include the methodology, technologies involved, and how it addresses the chosen problem statement.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1033576" y="3800404"/>
            <a:ext cx="10029444" cy="2829886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050000"/>
            <a:ext cx="13670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GENERATOR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648810"/>
            <a:ext cx="899678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GENERATOR — one 8000×8000 procedural layout per pair, so both captures share real structure.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DRAM: word/bit-lines + contact vias.  FinFET: dense fins + periodic gate rows.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Realism: per-feature CD and overlay jitter; via open/short and fin-break defects.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Across-die CD non-uniformity field, amplitude randomized per pair (domain randomization).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composition: sub-array mats, independent preset and phase each, separated by periphery strips.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Micron-scale landmarks (0.9–2.6 µm): overlay marks, landing pads, CMP dummy-fill, coarse logic.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independent SEM captures: edge brightening → probe blur → Poisson shot noise → read noise.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Search image at lower dose (noisier, softer); ±1.5° rotation, ±3 % scale jitter.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OPTICAL (bonus) — thin-film interference colour, per-channel diffraction-limited PSF → 3-channel RGB.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67D8EB9-0510-8E20-AE50-3B9EC87046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50164B49-38DE-6195-0A8B-DC6EC6DA2457}"/>
              </a:ext>
            </a:extLst>
          </p:cNvPr>
          <p:cNvSpPr/>
          <p:nvPr/>
        </p:nvSpPr>
        <p:spPr>
          <a:xfrm>
            <a:off x="571500" y="142799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A68BD0-3127-AC0B-80B4-CA2643B37A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553" y="27666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1029614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Solution -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The localisation pipeline</a:t>
            </a:r>
            <a:r>
              <a:rPr lang="en-US" sz="2400" b="1" u="sng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7"/>
            <a:ext cx="11048695" cy="4693463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1104595" y="2583180"/>
            <a:ext cx="2862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10172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Describe your idea in detail. Include the methodology, technologies involved, and how it addresses the chosen problem statement.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1033576" y="3800404"/>
            <a:ext cx="10029444" cy="2829886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050000"/>
            <a:ext cx="13670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648810"/>
            <a:ext cx="899678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 — denoise, then coarse-to-fine NCC over scale (±12 %) and rotation (±2°).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Denoise first: mild Gaussian blur kills independent sensor noise, keeps layout structure.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Scale ratio 10× for a 1-channel SEM pair, 3× for 3-channel optical — read from channel count.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Extract ALL near-equal peaks: in a periodic array, multi-peak ambiguity is the normal case.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Low-pass below array pitch to isolate the process-variation fingerprint; re-score candidates.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Colour pairs correlate all three channels jointly — in optical the fingerprint lives in hue.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Fingerprint overrides the lattice winner only on strong evidence — a confident lattice win is never demoted.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Nearest-to-centre rule for true ties, then parabolic sub-pixel fit → (x, y).</a:t>
            </a:r>
            <a:endParaRPr lang="en-US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67D8EB9-0510-8E20-AE50-3B9EC87046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50164B49-38DE-6195-0A8B-DC6EC6DA2457}"/>
              </a:ext>
            </a:extLst>
          </p:cNvPr>
          <p:cNvSpPr/>
          <p:nvPr/>
        </p:nvSpPr>
        <p:spPr>
          <a:xfrm>
            <a:off x="571500" y="142799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A68BD0-3127-AC0B-80B4-CA2643B37A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553" y="27666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49862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Innovation and Uniqueness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62202" y="258318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9801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Highlight what makes your idea unique or innovative compared to existing solutions.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3845052"/>
            <a:ext cx="5020056" cy="2536546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082796"/>
            <a:ext cx="1271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INNOVATION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349801"/>
            <a:ext cx="442935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Periodicity-suppressed verification: lattice is high-frequency, across-die variation is low-frequency — low-pass filtering separates them and breaks ties pure NCC cannot.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Domain randomization: a fixed strong variation field inflated our accuracy to 100 %, so we randomized it and report the honest number.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10605" y="3845052"/>
            <a:ext cx="5020056" cy="2439207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6448349" y="4082796"/>
            <a:ext cx="1901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COMPETITIVE ADVANTAGE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6448349" y="4349800"/>
            <a:ext cx="4239158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Template matching assumes one global maximum, so it fails on periodic arrays.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Training-free, CPU-only, deterministic — no GPU, no weights, no retraining.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Sub-pixel accuracy (0.09 px median) at ~2.3 s per pair.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8B85B4A-4413-5424-84AE-2AF429F27F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8322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BB3A3471-21A6-8A80-8399-32E98C63F186}"/>
              </a:ext>
            </a:extLst>
          </p:cNvPr>
          <p:cNvSpPr/>
          <p:nvPr/>
        </p:nvSpPr>
        <p:spPr>
          <a:xfrm>
            <a:off x="571500" y="258065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ADA517E-8996-A444-E540-A2F9B8F98D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29" y="393700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49862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Measurement and Validation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62202" y="258318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9801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we know the numbers hold: per-layer ablations, a shipped honesty flag, and a contract test suite.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3845052"/>
            <a:ext cx="5020056" cy="2536546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030000"/>
            <a:ext cx="1271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PER-LAYER ABLATIONS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349801"/>
            <a:ext cx="442935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5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05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05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05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05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05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05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05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Layered die realism, each layer measured: one uniform array 40 % under fingerprint ablation; mats + strips 90 %; micron landmarks 95 %.</a:t>
            </a:r>
            <a:endParaRPr lang="en-US" sz="105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Honest ablation shipped: the --visual-clarity flag makes cleaner images by disabling both cues — it costs 24 points (71.2 %), off by default.</a:t>
            </a:r>
            <a:endParaRPr lang="en-US" sz="105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Fingerprint fully disabled (--pv-amplitude 0.0, seed 404): still 19/20, median 0.10 px — the non-periodic micron landmarks carry it alone.</a:t>
            </a:r>
            <a:endParaRPr lang="en-US" sz="105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Scale and rotation edges also hold: 9:1 and 11:1 magnification ratio both 100% (20/20); 2° rotation edge 100% (20/20) — no measurable cost outside the nominal 10:1 / 1.5° defaults.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210605" y="3845052"/>
            <a:ext cx="5020056" cy="2439207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6448349" y="4082796"/>
            <a:ext cx="1901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COVERAGE AND GUARDRAILS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6448349" y="4349800"/>
            <a:ext cx="4239158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pipeline covers DRAM and FinFET with no per-architecture retuning.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Also covers SEM and 3-channel optical capture: the localiser reads the channel count and adapts.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 contract tests, including one that fails loudly if the optical path degenerates into applyColorMap.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8B85B4A-4413-5424-84AE-2AF429F27F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8322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BB3A3471-21A6-8A80-8399-32E98C63F186}"/>
              </a:ext>
            </a:extLst>
          </p:cNvPr>
          <p:cNvSpPr/>
          <p:nvPr/>
        </p:nvSpPr>
        <p:spPr>
          <a:xfrm>
            <a:off x="571500" y="258065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ADA517E-8996-A444-E540-A2F9B8F98D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29" y="393700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7289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 and Benefits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102394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Explain how your solution will make an impact, such as improving </a:t>
            </a:r>
            <a:r>
              <a:rPr lang="en-US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</a:t>
            </a: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reducing costs, increasing efficiency, or solving other challenges.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4210812"/>
            <a:ext cx="5020056" cy="2265883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200607" y="4486961"/>
            <a:ext cx="152705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66698" y="4448556"/>
            <a:ext cx="13240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 Impact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200607" y="4791456"/>
            <a:ext cx="41486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>
              <a:solidFill>
                <a:srgbClr val="D1D5D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000" dirty="0">
              <a:solidFill>
                <a:srgbClr val="D1D5D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000" dirty="0">
              <a:solidFill>
                <a:srgbClr val="D1D5D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000" dirty="0">
              <a:solidFill>
                <a:srgbClr val="D1D5D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Restores navigation on the periodic layouts where classical matching fails.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Fewer failed revisits, rescans and manual re-registrations on costly tools.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GPU and no training — deployable in existing tool software, no hardware change.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6210605" y="4210812"/>
            <a:ext cx="5020056" cy="2265883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6448349" y="4486961"/>
            <a:ext cx="171907" cy="15270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734556" y="4448556"/>
            <a:ext cx="1924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Quantifiable Outcomes</a:t>
            </a:r>
            <a:endParaRPr lang="en-US" sz="1050" dirty="0"/>
          </a:p>
        </p:txBody>
      </p:sp>
      <p:sp>
        <p:nvSpPr>
          <p:cNvPr id="24" name="Text 16"/>
          <p:cNvSpPr txBox="1"/>
          <p:nvPr/>
        </p:nvSpPr>
        <p:spPr>
          <a:xfrm>
            <a:off x="6448349" y="5010000"/>
            <a:ext cx="4200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>
              <a:solidFill>
                <a:srgbClr val="D1D5D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000" dirty="0">
              <a:solidFill>
                <a:srgbClr val="D1D5D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000" dirty="0">
              <a:solidFill>
                <a:srgbClr val="D1D5D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000" dirty="0">
              <a:solidFill>
                <a:srgbClr val="D1D5D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000" dirty="0">
              <a:solidFill>
                <a:srgbClr val="D1D5D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Threshold-wise (112/120 pairs, four seeds): ≤5px 93.33% — ≤4px 93.33% — ≤2px 90.83% — ≤1px (sub-pixel) 90.0%.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Median localization error 0.09 px — sub-pixel.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Error stats: mean 16.1 px, worst-case 721 px — rare full lattice jumps, not near-misses.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100 % (20/20) at both 2× and 3× dose reduction — noise is not the limiting factor.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~2.3 s per 1000×1000 pair, one CPU core.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Optical microscope bonus: 8/8 within 5 px, median 0.55 px.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Honest limits: failures concentrate on near-uniform FinFET dies; boundary-straddling crops drop to 85 %; the clean-image build to 71.2 %.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2A87E08-9934-FBF2-2F29-11A8271B36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6922" y="227710"/>
            <a:ext cx="1607366" cy="783591"/>
          </a:xfrm>
          <a:prstGeom prst="rect">
            <a:avLst/>
          </a:prstGeom>
        </p:spPr>
      </p:pic>
      <p:sp>
        <p:nvSpPr>
          <p:cNvPr id="27" name="Shape 1">
            <a:extLst>
              <a:ext uri="{FF2B5EF4-FFF2-40B4-BE49-F238E27FC236}">
                <a16:creationId xmlns:a16="http://schemas.microsoft.com/office/drawing/2014/main" id="{850BA2BE-D607-619F-6960-A71277019D3B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5D3E59C-FE74-F0BE-9B10-98C8003398B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859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238098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00607"/>
            <a:ext cx="78245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&amp; Feasibility/Methodology Used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79092"/>
            <a:ext cx="11048695" cy="4695444"/>
          </a:xfrm>
          <a:prstGeom prst="roundRect">
            <a:avLst>
              <a:gd name="adj" fmla="val 63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79092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79092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269541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3856" y="2440534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62049" y="2287829"/>
            <a:ext cx="9344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Describe the technologies, methodologies, or tools you plan to use to implement your idea.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1762049" y="3238805"/>
            <a:ext cx="9467698" cy="1802282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2000707" y="3477463"/>
            <a:ext cx="2033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IMPLEMENTATION STRATEGY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2000707" y="3753612"/>
            <a:ext cx="8748979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3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Stack: Python 3.13 + NumPy + OpenCV + Gradio. No DL framework, no weights, no training step.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Hardware: a standard laptop CPU. No GPU, no cloud platform.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Generation ~2 s/pair; inference ~2.3 s per 1000×1000 pair, single-threaded, deterministic.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Reproducible: seeded RNG, pinned requirements.txt, 28-test pytest suite, README runs clone → generate → localize → evaluate.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Classical signal processing throughout — auditable and portable to a tool controller.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961949" y="5252313"/>
            <a:ext cx="3295498" cy="1224381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2481682" y="5451653"/>
            <a:ext cx="256946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861718" y="5823814"/>
            <a:ext cx="1608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solidFill>
                <a:srgbClr val="E2E8F0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ctr">
              <a:buNone/>
            </a:pPr>
            <a:endParaRPr lang="en-US" sz="800" dirty="0">
              <a:solidFill>
                <a:srgbClr val="E2E8F0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generate_dataset.py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localize.py — (x, y) out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evaluate.py — accuracy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app.py — browser demo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tests/ — 28 tests</a:t>
            </a:r>
            <a:endParaRPr lang="en-US" sz="800" dirty="0"/>
          </a:p>
        </p:txBody>
      </p:sp>
      <p:sp>
        <p:nvSpPr>
          <p:cNvPr id="23" name="Shape 16"/>
          <p:cNvSpPr/>
          <p:nvPr/>
        </p:nvSpPr>
        <p:spPr>
          <a:xfrm>
            <a:off x="4448556" y="5252314"/>
            <a:ext cx="3295498" cy="1224380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82005" y="5451653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287061" y="5823814"/>
            <a:ext cx="17227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Commodity x86-64 CPU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GPU required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 GB RAM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7934249" y="5261279"/>
            <a:ext cx="3295498" cy="1224380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467698" y="5451653"/>
            <a:ext cx="228600" cy="2286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919058" y="5823814"/>
            <a:ext cx="14365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solidFill>
                <a:srgbClr val="E2E8F0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NumPy, OpenCV, Gradio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 / GitHub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Windows + Linux tested</a:t>
            </a:r>
            <a:endParaRPr lang="en-US" sz="8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A9CA506-8684-B4DC-6650-2E5F61A7B0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44743" y="228600"/>
            <a:ext cx="1607366" cy="783591"/>
          </a:xfrm>
          <a:prstGeom prst="rect">
            <a:avLst/>
          </a:prstGeom>
        </p:spPr>
      </p:pic>
      <p:sp>
        <p:nvSpPr>
          <p:cNvPr id="31" name="Shape 1">
            <a:extLst>
              <a:ext uri="{FF2B5EF4-FFF2-40B4-BE49-F238E27FC236}">
                <a16:creationId xmlns:a16="http://schemas.microsoft.com/office/drawing/2014/main" id="{10B6379C-1BCE-6784-4600-934501FC5F97}"/>
              </a:ext>
            </a:extLst>
          </p:cNvPr>
          <p:cNvSpPr/>
          <p:nvPr/>
        </p:nvSpPr>
        <p:spPr>
          <a:xfrm>
            <a:off x="571500" y="240793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D18A824-BCDE-0A33-4245-E3C168F9E6D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7820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6045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&amp; Video Link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30703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1190549" y="2696566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429207" y="3087014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237" r="-237"/>
          <a:stretch/>
        </p:blipFill>
        <p:spPr>
          <a:xfrm>
            <a:off x="1595628" y="3248863"/>
            <a:ext cx="333756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400300" y="2934310"/>
            <a:ext cx="2000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2400300" y="3315614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2562149" y="3535070"/>
            <a:ext cx="190195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2866644" y="3487522"/>
            <a:ext cx="389168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>
                <a:solidFill>
                  <a:schemeClr val="bg1"/>
                </a:solidFill>
              </a:rPr>
              <a:t>https://github.com/Mandy434/drift-sense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1" name="Shape 14"/>
          <p:cNvSpPr/>
          <p:nvPr/>
        </p:nvSpPr>
        <p:spPr>
          <a:xfrm>
            <a:off x="1190549" y="4449470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5"/>
          <p:cNvSpPr/>
          <p:nvPr/>
        </p:nvSpPr>
        <p:spPr>
          <a:xfrm>
            <a:off x="1429207" y="4839919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l="-607" r="-607"/>
          <a:stretch/>
        </p:blipFill>
        <p:spPr>
          <a:xfrm>
            <a:off x="1567282" y="5001768"/>
            <a:ext cx="390449" cy="3429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2400300" y="4687214"/>
            <a:ext cx="3086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Prototype / Simulation Video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2400300" y="5068519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2562149" y="5287061"/>
            <a:ext cx="171907" cy="15270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2848356" y="5239512"/>
            <a:ext cx="605332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included — optional per problem statement; core deliverables (code, results, PPT) stand on their own.</a:t>
            </a:r>
            <a:endParaRPr lang="en-US" sz="13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AC5205F-3589-4B54-7039-C1C7052347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0" name="Shape 1">
            <a:extLst>
              <a:ext uri="{FF2B5EF4-FFF2-40B4-BE49-F238E27FC236}">
                <a16:creationId xmlns:a16="http://schemas.microsoft.com/office/drawing/2014/main" id="{89A93441-4E5C-0FCA-6BDD-16AB2E1B711C}"/>
              </a:ext>
            </a:extLst>
          </p:cNvPr>
          <p:cNvSpPr/>
          <p:nvPr/>
        </p:nvSpPr>
        <p:spPr>
          <a:xfrm>
            <a:off x="571500" y="16794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3E0C32B-9271-FA34-86BB-7D95EB5AB3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297181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90549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152144"/>
            <a:ext cx="46241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Background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30629"/>
            <a:ext cx="11048695" cy="4743907"/>
          </a:xfrm>
          <a:prstGeom prst="roundRect">
            <a:avLst>
              <a:gd name="adj" fmla="val 61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30629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30629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173529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6307" y="2297887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28546" y="2173529"/>
            <a:ext cx="3810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Background &amp; Methodology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628546" y="2516429"/>
            <a:ext cx="5701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Briefly describe the research foundation or scientific principles supporting your idea.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1628546" y="2783434"/>
            <a:ext cx="9601200" cy="3400000"/>
          </a:xfrm>
          <a:prstGeom prst="roundRect">
            <a:avLst>
              <a:gd name="adj" fmla="val 6121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 txBox="1"/>
          <p:nvPr/>
        </p:nvSpPr>
        <p:spPr>
          <a:xfrm>
            <a:off x="1790395" y="2900000"/>
            <a:ext cx="9200000" cy="3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FFFFF">
                  <a:alpha val="7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noise model and augmentation follows published SEM physics and process-variation literature.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 chain: secondary-electron edge contrast, Gaussian probe PSF, dose-dependent Poisson statistics.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Structure: DRAM word-line/bit-line/via organisation; FinFET fin-plus-gate cell geometry.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 variation: systematic across-die CD non-uniformity — the physical reason a site is findable at all.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Optical modality: thin-film interference reflectance, diffraction-limited imaging, chromatic aberration, Bayer demosaic correlation.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Airy disc approximated as a Gaussian, σ ≈ 0.21 λ/NA — the Rayleigh radius as sigma over-blurs by ~1.5×.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Solvability: a margin bug let ~1 pair in 30 be unsolvable by construction; found, fixed, and now a regression test.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Multi-seed reporting: at n=20 the standard error is ~5 pp, so one run cannot separate two variants.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choice-by-choice citation map is in references.md in the repository.</a:t>
            </a:r>
            <a:endParaRPr lang="en-US" sz="12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35E3709-F1C8-6E84-EA51-720EFCF71B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2" name="Shape 1">
            <a:extLst>
              <a:ext uri="{FF2B5EF4-FFF2-40B4-BE49-F238E27FC236}">
                <a16:creationId xmlns:a16="http://schemas.microsoft.com/office/drawing/2014/main" id="{3E27E131-AC1D-E75C-0267-02565ACC1BC3}"/>
              </a:ext>
            </a:extLst>
          </p:cNvPr>
          <p:cNvSpPr/>
          <p:nvPr/>
        </p:nvSpPr>
        <p:spPr>
          <a:xfrm>
            <a:off x="571500" y="25971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D876DBE-D402-1B41-B952-69F6F5BF98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9001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90549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152144"/>
            <a:ext cx="46241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30629"/>
            <a:ext cx="11048695" cy="4743907"/>
          </a:xfrm>
          <a:prstGeom prst="roundRect">
            <a:avLst>
              <a:gd name="adj" fmla="val 61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30629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30629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961949" y="2540518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1057046" y="2664876"/>
            <a:ext cx="286207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28546" y="2155034"/>
            <a:ext cx="23436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500" b="1" dirty="0">
              <a:solidFill>
                <a:srgbClr val="88E555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 &amp; Citations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628546" y="2497934"/>
            <a:ext cx="27678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>
              <a:solidFill>
                <a:srgbClr val="D1D5D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 key papers, articles, or data sources.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1628546" y="2893476"/>
            <a:ext cx="9601200" cy="3350000"/>
          </a:xfrm>
          <a:prstGeom prst="roundRect">
            <a:avLst>
              <a:gd name="adj" fmla="val 3505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19"/>
          <p:cNvSpPr txBox="1"/>
          <p:nvPr/>
        </p:nvSpPr>
        <p:spPr>
          <a:xfrm>
            <a:off x="1790395" y="3000000"/>
            <a:ext cx="9200000" cy="3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3E635">
                    <a:alpha val="10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 IMAGING MODEL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Goldstein, J. et al., Scanning Electron Microscopy and X-Ray Microanalysis, 4th ed., Springer, 2018 — SE yield vs. surface tilt / edge effect.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Reimer, L., Scanning Electron Microscopy: Physics of Image Formation and Microanalysis, 2nd ed., Springer, 1998 — SE escape depth, probe PSF.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Timischl, F., Date, M., Nemoto, S., “A statistical model of signal-noise in scanning electron microscopy,” Scanning 34(3), 2012, 137–144.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A3E635">
                    <a:alpha val="10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DEVICE GEOMETRY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Jacob, B., Ng, S., Wang, D., Memory Systems: Cache, DRAM, Disk, Morgan Kaufmann, 2007, Ch. 4 — DRAM word-line / bit-line / cell layout.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Colinge, J.-P. (ed.), FinFETs and Other Multi-Gate Transistors, Springer, 2008 — fin / gate array geometry and multi-fin cell conventions.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A3E635">
                    <a:alpha val="10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 VARIATION AND CD METROLOGY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Cain, J.P., Spanos, C.J., “Electrical linewidth metrology for systematic CD variation characterization and causal analysis,” Proc. SPIE, 2003.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Preil, M.E. et al., “Improving critical dimension uniformity for advanced lithography,” Proc. SPIE, 2001 — CD-uniformity maps, correlation length.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Villarrubia, J.S. et al., “Linewidth measurement and standards for semiconductor process qualification,” NIST Special Publication.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A3E635">
                    <a:alpha val="10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LOCALIZATION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Brunelli, R., Template Matching Techniques in Computer Vision: Theory and Practice, Wiley, 2009 — NCC, multi-scale / rotation search.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Lewis, J.P., “Fast normalized cross-correlation,” Vision Interface, 1995 — NCC computation and sub-pixel peak interpolation.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A3E635">
                    <a:alpha val="10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OPTICAL IMAGING (BONUS MODALITY)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Born, M., Wolf, E., Principles of Optics, 7th (expanded) ed., Cambridge Univ. Press, 1999 — Airy pattern, Rayleigh limit, λ/(2 NA).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Goodman, J.W., Introduction to Fourier Optics, 3rd ed., Roberts &amp; Company Publishers, 2005 — incoherent imaging as convolution with an intensity PSF.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Macleod, H.A., Thin-Film Optical Filters, 4th ed., CRC Press, 2010 — multi-layer reflectance, thickness-dependent reflected colour.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Hecht, E., Optics, 5th ed., Pearson, 2017 — thin-film interference (Ch. 9) and lateral chromatic aberration (Ch. 6).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Bayer, B.E., “Color imaging array,” US Patent 3,971,065, 1976 — colour-filter mosaic behind our demosaic noise correlation.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35E3709-F1C8-6E84-EA51-720EFCF71B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2" name="Shape 1">
            <a:extLst>
              <a:ext uri="{FF2B5EF4-FFF2-40B4-BE49-F238E27FC236}">
                <a16:creationId xmlns:a16="http://schemas.microsoft.com/office/drawing/2014/main" id="{3E27E131-AC1D-E75C-0267-02565ACC1BC3}"/>
              </a:ext>
            </a:extLst>
          </p:cNvPr>
          <p:cNvSpPr/>
          <p:nvPr/>
        </p:nvSpPr>
        <p:spPr>
          <a:xfrm>
            <a:off x="571500" y="25971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D876DBE-D402-1B41-B952-69F6F5BF98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9001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1145</Words>
  <Application>Microsoft Office PowerPoint</Application>
  <PresentationFormat>Widescreen</PresentationFormat>
  <Paragraphs>172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Mandeep Singh Rawat</cp:lastModifiedBy>
  <cp:revision>3</cp:revision>
  <dcterms:created xsi:type="dcterms:W3CDTF">2026-01-15T05:38:47Z</dcterms:created>
  <dcterms:modified xsi:type="dcterms:W3CDTF">2026-08-04T03:46:30Z</dcterms:modified>
</cp:coreProperties>
</file>