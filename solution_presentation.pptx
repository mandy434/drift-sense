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5.xml"/><Relationship Id="rId19" Type="http://schemas.openxmlformats.org/officeDocument/2006/relationships/slide" Target="slides/slide7.xml"/><Relationship Id="rId20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0.png"/><Relationship Id="rId10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0.png"/><Relationship Id="rId9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0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93.33 % within 5 px (112/120 pairs, four seeds); median error 0.09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(±12 %)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(0.09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30000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24 points (71.2 %), off by default.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and rotation edges also hold: 9:1 and 11:1 magnification ratio both 100% (20/20); 2° rotation edge 100% (20/20) — no measurable cost outside the nominal 10:1 / 1.5° defaults.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501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Threshold-wise (112/120 pairs, four seeds): ≤5px 93.33% — ≤4px 93.33% — ≤2px 90.83% — ≤1px (sub-pixel) 90.0%.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0.09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stats: mean 16.1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71.2 %.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29-test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29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included — optional per problem statement; core deliverables (code, results, PPT) stand on their own.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Roberts &amp; Company Publishers,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